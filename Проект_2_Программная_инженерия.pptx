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B0A472-0F0B-4697-94FC-34C9716D358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F795E4-5EC2-4B64-8B6E-3BF09C6706A1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E621F7-DF3B-497A-B4D5-0D16947E8525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5D6A15-4919-47AA-8537-3E5F62D3A72B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82EDB3-56CF-4603-9A18-E1696F0C1766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15314E-51D6-4642-936E-871743359A33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51BD31-860E-4AA0-A595-4180697AFE0E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9A2B34-B9C2-434E-91C7-F70C33333577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757775-9992-4B2B-9EF5-E884E4235D19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49AB84-0B49-4649-BD66-F5EA42900937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БИТВА НА СЕТКЕ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по дисциплине «Программная инженерия»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общая часть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67000" y="1325880"/>
            <a:ext cx="4844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Пошаговая игра для двух игроков на одном устройстве: настройка бойцов, ходы по сетке, атака и телепорты.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01920" y="2340000"/>
            <a:ext cx="1918080" cy="2174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GUI на Python + Tkinter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0" descr="/mnt/data/pres_assets/crop_attack.png"/>
          <p:cNvPicPr/>
          <p:nvPr/>
        </p:nvPicPr>
        <p:blipFill>
          <a:blip r:embed="rId1"/>
          <a:stretch/>
        </p:blipFill>
        <p:spPr>
          <a:xfrm>
            <a:off x="5943600" y="1315800"/>
            <a:ext cx="5575680" cy="49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7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502920" y="255960"/>
            <a:ext cx="11063880" cy="864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2"/>
          <p:cNvSpPr/>
          <p:nvPr/>
        </p:nvSpPr>
        <p:spPr>
          <a:xfrm>
            <a:off x="502920" y="365760"/>
            <a:ext cx="3962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Задачи и вклад команды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640080" y="1371600"/>
            <a:ext cx="3428640" cy="4160160"/>
          </a:xfrm>
          <a:prstGeom prst="roundRect">
            <a:avLst>
              <a:gd name="adj" fmla="val 16667"/>
            </a:avLst>
          </a:prstGeom>
          <a:solidFill>
            <a:srgbClr val="20243c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" name="Rounded Rectangle 6"/>
          <p:cNvSpPr/>
          <p:nvPr/>
        </p:nvSpPr>
        <p:spPr>
          <a:xfrm>
            <a:off x="1260000" y="1536120"/>
            <a:ext cx="2194200" cy="383760"/>
          </a:xfrm>
          <a:prstGeom prst="roundRect">
            <a:avLst>
              <a:gd name="adj" fmla="val 16667"/>
            </a:avLst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Менеджер проекта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7"/>
          <p:cNvSpPr/>
          <p:nvPr/>
        </p:nvSpPr>
        <p:spPr>
          <a:xfrm>
            <a:off x="804600" y="2084760"/>
            <a:ext cx="3108600" cy="18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сформулировал цель и актуальность проекта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определил задачи команды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подготовил функциональные и нефункциональные требования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обосновал выбор Python, Tkinter и вспомогательных средств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Rounded Rectangle 8"/>
          <p:cNvSpPr/>
          <p:nvPr/>
        </p:nvSpPr>
        <p:spPr>
          <a:xfrm>
            <a:off x="4389120" y="1371600"/>
            <a:ext cx="3428640" cy="4160160"/>
          </a:xfrm>
          <a:prstGeom prst="roundRect">
            <a:avLst>
              <a:gd name="adj" fmla="val 16667"/>
            </a:avLst>
          </a:prstGeom>
          <a:solidFill>
            <a:srgbClr val="20243c"/>
          </a:solidFill>
          <a:ln w="1905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" name="Rounded Rectangle 9"/>
          <p:cNvSpPr/>
          <p:nvPr/>
        </p:nvSpPr>
        <p:spPr>
          <a:xfrm>
            <a:off x="4860000" y="1512000"/>
            <a:ext cx="2194200" cy="383760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Разработчик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10"/>
          <p:cNvSpPr/>
          <p:nvPr/>
        </p:nvSpPr>
        <p:spPr>
          <a:xfrm>
            <a:off x="4553640" y="2084760"/>
            <a:ext cx="3108600" cy="23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реализовал игровой интерфейс и основную логику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создал классы GameState, SetupScreen, GameScreen и App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обеспечил настройку игры, ходы, атаку, телепорты и новую игру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подготовил демонстрацию работы приложения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8138160" y="1371600"/>
            <a:ext cx="3428640" cy="4160160"/>
          </a:xfrm>
          <a:prstGeom prst="roundRect">
            <a:avLst>
              <a:gd name="adj" fmla="val 16667"/>
            </a:avLst>
          </a:prstGeom>
          <a:solidFill>
            <a:srgbClr val="20243c"/>
          </a:solidFill>
          <a:ln w="19050">
            <a:solidFill>
              <a:srgbClr val="349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" name="Rounded Rectangle 12"/>
          <p:cNvSpPr/>
          <p:nvPr/>
        </p:nvSpPr>
        <p:spPr>
          <a:xfrm>
            <a:off x="8640000" y="1536120"/>
            <a:ext cx="2194200" cy="383760"/>
          </a:xfrm>
          <a:prstGeom prst="roundRect">
            <a:avLst>
              <a:gd name="adj" fmla="val 16667"/>
            </a:avLst>
          </a:prstGeom>
          <a:solidFill>
            <a:srgbClr val="34996a"/>
          </a:solidFill>
          <a:ln>
            <a:solidFill>
              <a:srgbClr val="349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Тестировщик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13"/>
          <p:cNvSpPr/>
          <p:nvPr/>
        </p:nvSpPr>
        <p:spPr>
          <a:xfrm>
            <a:off x="8302680" y="2084760"/>
            <a:ext cx="3108600" cy="21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составил сценарий использования приложения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проверил ключевые функции и соответствие требованиям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описал действия пользователя и фактические результаты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подготовил выводы для защиты проекта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Rounded Rectangle 14"/>
          <p:cNvSpPr/>
          <p:nvPr/>
        </p:nvSpPr>
        <p:spPr>
          <a:xfrm>
            <a:off x="640080" y="5715000"/>
            <a:ext cx="10606680" cy="502560"/>
          </a:xfrm>
          <a:prstGeom prst="roundRect">
            <a:avLst>
              <a:gd name="adj" fmla="val 16667"/>
            </a:avLst>
          </a:prstGeom>
          <a:solidFill>
            <a:srgbClr val="14182c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500" b="0" u="none" strike="noStrike">
                <a:solidFill>
                  <a:srgbClr val="f7f9fc"/>
                </a:solidFill>
                <a:effectLst/>
                <a:uFillTx/>
                <a:latin typeface="Arial"/>
              </a:rPr>
              <a:t>Итог: вклад команды разделён по ролям — менеджер формулирует требования, разработчик реализует продукт, тестировщик подтверждает качество.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15"/>
          <p:cNvSpPr/>
          <p:nvPr/>
        </p:nvSpPr>
        <p:spPr>
          <a:xfrm>
            <a:off x="502920" y="6510600"/>
            <a:ext cx="2296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000" b="0" u="none" strike="noStrike">
                <a:solidFill>
                  <a:srgbClr val="7f88a5"/>
                </a:solidFill>
                <a:effectLst/>
                <a:uFillTx/>
                <a:latin typeface="Arial"/>
              </a:rPr>
              <a:t>Проект 2 · Программная инженерия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9180000" y="38736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общая часть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Цель и актуальность проекта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менеджер проекта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567000" y="1325880"/>
            <a:ext cx="5392800" cy="155232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Цель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Разработать пошаговую игру для двух игроков с графическим интерфейсом и тактическими элементами: перемещение, атака, телепорты.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567000" y="3063240"/>
            <a:ext cx="5392800" cy="260388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Почему проект актуален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простая цифровая тактика без перегруженных правил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быстрая партия для совместного досуга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демонстрация ООП, GUI и событийной модели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/mnt/data/pres_assets/crop_game.png"/>
          <p:cNvPicPr/>
          <p:nvPr/>
        </p:nvPicPr>
        <p:blipFill>
          <a:blip r:embed="rId1"/>
          <a:stretch/>
        </p:blipFill>
        <p:spPr>
          <a:xfrm>
            <a:off x="7020000" y="1440000"/>
            <a:ext cx="3240000" cy="41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9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Функциональные требования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Ключевые функции игры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менеджер проекта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640080" y="135324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T1–T2 · Настройка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Размер поля 3–12, ввод имени, атаки и HP для каждого игрока.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640080" y="230436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T3 · Старт партии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Игроки ставятся на разные клетки, создаются 3 телепорта.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640080" y="325512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T4–T6 · Игровой ход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Доступно только соседнее перемещение; атака возможна лишь при соседстве.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640080" y="420624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T7–T8 · Состояние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Подсчёт HP, победитель, цветной журнал всех действий.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40080" y="515736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T9–T10 · Интерфейс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Подсветка действий на поле и кнопка новой игры в любой момент.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0" descr="/mnt/data/pres_assets/crop_attack.png"/>
          <p:cNvPicPr/>
          <p:nvPr/>
        </p:nvPicPr>
        <p:blipFill>
          <a:blip r:embed="rId1"/>
          <a:stretch/>
        </p:blipFill>
        <p:spPr>
          <a:xfrm>
            <a:off x="6355080" y="1569600"/>
            <a:ext cx="4798440" cy="426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9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Нефункциональные требования и технологии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Почему выбраны Python и Tkinter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менеджер проекта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" y="1353240"/>
            <a:ext cx="5392800" cy="452412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t">
            <a:noAutofit/>
          </a:bodyPr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Нефункциональные требования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запуск без дополнительных библиотек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интуитивный интерфейс с легендой и подсказками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быстрый отклик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подстройка окна под поле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модульная структура кода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устойчивость к некорректному вводу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355080" y="1417320"/>
            <a:ext cx="164376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Python 3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простота и кроссплатформенность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8092440" y="1417320"/>
            <a:ext cx="164376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Tkinter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встроенный GUI без внешних зависимостей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9829800" y="1417320"/>
            <a:ext cx="164376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random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случайные стартовые позиции и телепорты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6355080" y="2880360"/>
            <a:ext cx="246672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messagebox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показывает победителя стандартными средствами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9006840" y="2880360"/>
            <a:ext cx="226548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Text + tags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цветной журнал событий без сторонних виджетов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6400800" y="4663440"/>
            <a:ext cx="479844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Выбор технологий напрямую поддерживает ограничение проекта: полноценный GUI на стандартных средствах Python.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Реализация: диаграмма классов и структура кода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Этап разработчика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разработчик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6850440" y="1353240"/>
            <a:ext cx="2329560" cy="150660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1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GameState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2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SetupScreen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3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GameScreen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4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App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9360000" y="1361160"/>
            <a:ext cx="2558160" cy="150660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t">
            <a:no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Классы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логика партии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экран настройки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игровой экран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переключение сцен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941520" y="3200400"/>
            <a:ext cx="5118480" cy="246672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Что реализовано в GUI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экран настройки с параметрами поля и игроков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игровое поле с подсветкой действий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карточки HP/атаки, легенда и журнал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кнопка новой игры без перезапуска приложения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58" descr="class_diagram_battle_grid.png"/>
          <p:cNvPicPr/>
          <p:nvPr/>
        </p:nvPicPr>
        <p:blipFill>
          <a:blip r:embed="rId1"/>
          <a:stretch/>
        </p:blipFill>
        <p:spPr>
          <a:xfrm>
            <a:off x="720000" y="1260000"/>
            <a:ext cx="5220000" cy="46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Реализация: игровая механика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Как выглядит готовая партия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разработчик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/mnt/data/pres_assets/crop_attack.png"/>
          <p:cNvPicPr/>
          <p:nvPr/>
        </p:nvPicPr>
        <p:blipFill>
          <a:blip r:embed="rId1"/>
          <a:stretch/>
        </p:blipFill>
        <p:spPr>
          <a:xfrm>
            <a:off x="983160" y="1280160"/>
            <a:ext cx="5758560" cy="511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4"/>
          <p:cNvSpPr/>
          <p:nvPr/>
        </p:nvSpPr>
        <p:spPr>
          <a:xfrm>
            <a:off x="7452360" y="141732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1. Ход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Игрок выбирает только соседнюю свободную клетку.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452360" y="257868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2. Атака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Красная клетка активна, если противник находится рядом.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7452360" y="374004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3. Телепорт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Зелёная клетка переносит игрока на случайную позицию.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7452360" y="490104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4. Победа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После обнуления HP выводится сообщение о победителе.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Сценарий тестирования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Этап тестировщика — полный пользовательский путь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640080" y="1417320"/>
            <a:ext cx="3472560" cy="127800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Шаг 1–2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Запустить программу и ввести размеры поля, имена, атаку и здоровье игроков.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4343400" y="1417320"/>
            <a:ext cx="3472560" cy="127800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Шаг 3–4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Начать игру, проверить создание поля, случайную расстановку, перемещения и атаку.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046720" y="1417320"/>
            <a:ext cx="3472560" cy="127800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Шаг 5–6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Проверить телепорт, журнал событий, победителя и кнопку новой игры.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/mnt/data/pres_assets/crop_setup.png"/>
          <p:cNvPicPr/>
          <p:nvPr/>
        </p:nvPicPr>
        <p:blipFill>
          <a:blip r:embed="rId1"/>
          <a:stretch/>
        </p:blipFill>
        <p:spPr>
          <a:xfrm>
            <a:off x="786960" y="2926080"/>
            <a:ext cx="3407400" cy="264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 1" descr="/mnt/data/pres_assets/crop_game.png"/>
          <p:cNvPicPr/>
          <p:nvPr/>
        </p:nvPicPr>
        <p:blipFill>
          <a:blip r:embed="rId2"/>
          <a:stretch/>
        </p:blipFill>
        <p:spPr>
          <a:xfrm>
            <a:off x="4892400" y="2926080"/>
            <a:ext cx="1597680" cy="264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 2" descr="/mnt/data/pres_assets/crop_attack.png"/>
          <p:cNvPicPr/>
          <p:nvPr/>
        </p:nvPicPr>
        <p:blipFill>
          <a:blip r:embed="rId3"/>
          <a:stretch/>
        </p:blipFill>
        <p:spPr>
          <a:xfrm>
            <a:off x="7675200" y="2926080"/>
            <a:ext cx="2981160" cy="264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7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Заключение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Итог работы команды и взгляд тестировщика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640080" y="1417320"/>
            <a:ext cx="5484240" cy="191808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Основной вывод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Команда реализовала учебный GUI-проект на Python/Tkinter. Основной функционал работает корректно: настройка, игровое поле, ходы, атака, журнал событий и новая игра.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650520" y="3722040"/>
            <a:ext cx="1689480" cy="95796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Сильная сторона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наглядный интерфейс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2810520" y="3722040"/>
            <a:ext cx="1689480" cy="95796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Вывод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проект готов к защите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9281160" y="411480"/>
            <a:ext cx="2329560" cy="30888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Роль: общая часть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658440" y="3749040"/>
            <a:ext cx="43869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548640" y="6510600"/>
            <a:ext cx="338112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9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Проект 2 · Программная инженерия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960000" y="2700000"/>
            <a:ext cx="4139280" cy="16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Спасибо за внимание!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LibreOffice/25.8.6.2$Windows_X86_64 LibreOffice_project/b4b39682cd9868fa725bc664aff94278d315bd04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2026-04-07T10:03:07Z</dcterms:created>
  <dc:creator>OpenAI</dc:creator>
  <dc:description/>
  <dc:language>ru-RU</dc:language>
  <cp:lastModifiedBy/>
  <dcterms:modified xsi:type="dcterms:W3CDTF">2026-05-28T05:59:19Z</dcterms:modified>
  <cp:revision>9</cp:revision>
  <dc:subject>Презентация проекта Битва на сетке</dc:subject>
  <dc:title>Битва на сетке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